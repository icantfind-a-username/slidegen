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人工智能的未来展望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63238"/>
                </a:solidFill>
              </a:defRPr>
            </a:pPr>
            <a:r>
              <a:t>探索人工智能在未来社会的影响与机遇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63238"/>
                </a:solidFill>
              </a:defRPr>
            </a:pPr>
            <a:r>
              <a:t>An Overview of Key Concepts and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Overview of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Understanding fundamental concepts is essential.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Key concepts form the foundation of advanced topics.</a:t>
            </a:r>
          </a:p>
          <a:p>
            <a:pPr lvl="2">
              <a:defRPr sz="1800">
                <a:solidFill>
                  <a:srgbClr val="263238"/>
                </a:solidFill>
              </a:defRPr>
            </a:pPr>
            <a:r>
              <a:t>Examples include theories, models, and frameworks.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Mastery leads to better problem-solving skills.</a:t>
            </a:r>
          </a:p>
          <a:p>
            <a:pPr lvl="2">
              <a:defRPr sz="1800">
                <a:solidFill>
                  <a:srgbClr val="263238"/>
                </a:solidFill>
              </a:defRPr>
            </a:pPr>
            <a:r>
              <a:t>Real-world applications demonstrate their relevance.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Main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63238"/>
                </a:solidFill>
              </a:defRPr>
            </a:pPr>
            <a:r>
              <a:t>Key Topics and Insights for Today's Main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Detailed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In-depth evaluation of key factors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Analyzes trends and patterns over time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Utilizes quantitative and qualitative data</a:t>
            </a:r>
          </a:p>
          <a:p>
            <a:pPr lvl="2">
              <a:defRPr sz="1800">
                <a:solidFill>
                  <a:srgbClr val="263238"/>
                </a:solidFill>
              </a:defRPr>
            </a:pPr>
            <a:r>
              <a:t>Case studies illustrate findings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Implications for future strategies</a:t>
            </a:r>
          </a:p>
          <a:p>
            <a:pPr lvl="2">
              <a:defRPr sz="1800">
                <a:solidFill>
                  <a:srgbClr val="263238"/>
                </a:solidFill>
              </a:defRPr>
            </a:pPr>
            <a:r>
              <a:t>Recommendations based on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Comparison of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5576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63238"/>
                </a:solidFill>
              </a:defRPr>
            </a:pPr>
            <a:r>
              <a:t>Approach A: Focuses on speed</a:t>
            </a:r>
          </a:p>
          <a:p>
            <a:pPr>
              <a:defRPr sz="1600">
                <a:solidFill>
                  <a:srgbClr val="263238"/>
                </a:solidFill>
              </a:defRPr>
            </a:pPr>
            <a:r>
              <a:t>Lower cost implementation</a:t>
            </a:r>
          </a:p>
          <a:p>
            <a:pPr>
              <a:defRPr sz="1600">
                <a:solidFill>
                  <a:srgbClr val="263238"/>
                </a:solidFill>
              </a:defRPr>
            </a:pPr>
            <a:r>
              <a:t>Easier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280160"/>
            <a:ext cx="545576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63238"/>
                </a:solidFill>
              </a:defRPr>
            </a:pPr>
            <a:r>
              <a:t>Approach B: Emphasizes quality</a:t>
            </a:r>
          </a:p>
          <a:p>
            <a:pPr>
              <a:defRPr sz="1600">
                <a:solidFill>
                  <a:srgbClr val="263238"/>
                </a:solidFill>
              </a:defRPr>
            </a:pPr>
            <a:r>
              <a:t>Higher initial investment</a:t>
            </a:r>
          </a:p>
          <a:p>
            <a:pPr>
              <a:defRPr sz="1600">
                <a:solidFill>
                  <a:srgbClr val="263238"/>
                </a:solidFill>
              </a:defRPr>
            </a:pPr>
            <a:r>
              <a:t>More robust outcomes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7E"/>
                </a:solidFill>
              </a:defRPr>
            </a:pPr>
            <a:r>
              <a:t>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Case studies illustrate real-world applications.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They provide insights into problem-solving strategies.</a:t>
            </a:r>
          </a:p>
          <a:p>
            <a:pPr lvl="2">
              <a:defRPr sz="1800">
                <a:solidFill>
                  <a:srgbClr val="263238"/>
                </a:solidFill>
              </a:defRPr>
            </a:pPr>
            <a:r>
              <a:t>Examples showcase successful implementations.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Data-driven results highlight effectiveness.</a:t>
            </a:r>
          </a:p>
          <a:p>
            <a:pPr lvl="1">
              <a:defRPr sz="1800">
                <a:solidFill>
                  <a:srgbClr val="263238"/>
                </a:solidFill>
              </a:defRPr>
            </a:pPr>
            <a:r>
              <a:t>Lessons learned can guide future projects.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Conclusion and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63238"/>
                </a:solidFill>
              </a:defRPr>
            </a:pPr>
            <a:r>
              <a:t>Final Thoughts and Open Floor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