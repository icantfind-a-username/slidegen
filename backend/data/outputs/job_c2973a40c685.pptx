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密码学基础与应用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63238"/>
                </a:solidFill>
              </a:defRPr>
            </a:pPr>
            <a:r>
              <a:t>探索密码学的基本概念与实际应用场景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63238"/>
                </a:solidFill>
              </a:defRPr>
            </a:pPr>
            <a:r>
              <a:t>An Overview of Key Concepts and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Overview of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Understanding foundational theories is crucial for advanced study.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Theories provide frameworks for analyzing complex phenomena.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Examples include cognitive, behavioral, and constructivist theories.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Application of theories enhances critical thinking skills.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Research often builds on established theoretical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Main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63238"/>
                </a:solidFill>
              </a:defRPr>
            </a:pPr>
            <a:r>
              <a:t>Key Topics and Insights for Comprehensive Understanding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Detailed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In-depth examination reveals key insights.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Analysis employs quantitative and qualitative methods.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Case studies illustrate practical applications.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Findings contribute to existing literature.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Data trends highlight significant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Comparative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5576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63238"/>
                </a:solidFill>
              </a:defRPr>
            </a:pPr>
            <a:r>
              <a:t>Trend analysis of market growth</a:t>
            </a:r>
          </a:p>
          <a:p>
            <a:pPr>
              <a:defRPr sz="1600">
                <a:solidFill>
                  <a:srgbClr val="263238"/>
                </a:solidFill>
              </a:defRPr>
            </a:pPr>
            <a:r>
              <a:t>Consumer behavior shifts</a:t>
            </a:r>
          </a:p>
          <a:p>
            <a:pPr>
              <a:defRPr sz="1600">
                <a:solidFill>
                  <a:srgbClr val="263238"/>
                </a:solidFill>
              </a:defRPr>
            </a:pPr>
            <a:r>
              <a:t>Emerging technologies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280160"/>
            <a:ext cx="545576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63238"/>
                </a:solidFill>
              </a:defRPr>
            </a:pPr>
            <a:r>
              <a:t>Competitor strategies overview</a:t>
            </a:r>
          </a:p>
          <a:p>
            <a:pPr>
              <a:defRPr sz="1600">
                <a:solidFill>
                  <a:srgbClr val="263238"/>
                </a:solidFill>
              </a:defRPr>
            </a:pPr>
            <a:r>
              <a:t>Regulatory changes effects</a:t>
            </a:r>
          </a:p>
          <a:p>
            <a:pPr>
              <a:defRPr sz="1600">
                <a:solidFill>
                  <a:srgbClr val="263238"/>
                </a:solidFill>
              </a:defRPr>
            </a:pPr>
            <a:r>
              <a:t>Global market comparisons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Conclusion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Implement findings to enhance future research outcomes.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Recommendations are based on comprehensive data analysis.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Consider interdisciplinary approaches for broader insights.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Future studies should address identified gaps in research.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Engage stakeholders for practical application of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63238"/>
                </a:solidFill>
              </a:defRPr>
            </a:pPr>
            <a:r>
              <a:t>A Grateful Conclusion to Our Journey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